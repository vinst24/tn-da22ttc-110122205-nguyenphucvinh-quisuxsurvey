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2"/>
    <p:sldId id="257" r:id="rId3"/>
  </p:sldIdLst>
  <p:sldSz cx="12192000" cy="6858000"/>
  <p:notesSz cx="9144000" cy="6858000"/>
  <p:custDataLst>
    <p:tags r:id="rId6"/>
  </p:custDataLst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66"/>
    <a:srgbClr val="B95A3D"/>
    <a:srgbClr val="003399"/>
    <a:srgbClr val="FF3300"/>
    <a:srgbClr val="996633"/>
    <a:srgbClr val="FFFF00"/>
    <a:srgbClr val="CC3300"/>
    <a:srgbClr val="99CC00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20"/>
    <p:restoredTop sz="94660"/>
  </p:normalViewPr>
  <p:slideViewPr>
    <p:cSldViewPr showGuides="1">
      <p:cViewPr varScale="1">
        <p:scale>
          <a:sx n="81" d="100"/>
          <a:sy n="81" d="100"/>
        </p:scale>
        <p:origin x="730" y="5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198" cy="7619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25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513513"/>
            <a:ext cx="3962400" cy="3429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25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33BF5D0-64ED-47F6-BA33-C6991FFE46B8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100" name="Rectangle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4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3257550"/>
            <a:ext cx="7315200" cy="30861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Click to edit Master text styles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Second level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Third level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Fourth level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Fifth level</a:t>
            </a:r>
          </a:p>
        </p:txBody>
      </p:sp>
      <p:sp>
        <p:nvSpPr>
          <p:cNvPr id="24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13513"/>
            <a:ext cx="3962400" cy="3429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4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435D58A-882B-4FBF-A1E9-ADA8725D3FB7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en-US" strike="noStrike" noProof="1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C2EFBAC-0888-467B-AA29-6749EEB73999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286500"/>
            <a:ext cx="12192000" cy="571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1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6938"/>
            <a:ext cx="12192000" cy="88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/>
              <a:t>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004F65E-92ED-4D9E-BD0F-013FF344B09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C2EFBAC-0888-467B-AA29-6749EEB73999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 fontAlgn="base"/>
            <a:r>
              <a:rPr lang="en-US" strike="noStrike" noProof="1"/>
              <a:t>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 fontAlgn="base"/>
            <a:r>
              <a:rPr lang="en-US" strike="noStrike" noProof="1"/>
              <a:t>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C2EFBAC-0888-467B-AA29-6749EEB73999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 fontAlgn="base"/>
            <a:r>
              <a:rPr lang="en-US" strike="noStrike" noProof="1"/>
              <a:t>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en-US" strike="noStrike" noProof="1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 fontAlgn="base"/>
            <a:r>
              <a:rPr lang="en-US" strike="noStrike" noProof="1"/>
              <a:t>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C2EFBAC-0888-467B-AA29-6749EEB73999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C2EFBAC-0888-467B-AA29-6749EEB73999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C2EFBAC-0888-467B-AA29-6749EEB73999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en-US" strike="noStrike" noProof="1"/>
              <a:t>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en-US" strike="noStrike" noProof="1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C2EFBAC-0888-467B-AA29-6749EEB73999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picture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en-US" strike="noStrike" noProof="1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C2EFBAC-0888-467B-AA29-6749EEB73999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/>
              <a:t>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C2EFBAC-0888-467B-AA29-6749EEB73999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 fontAlgn="base"/>
            <a:r>
              <a:rPr lang="en-US" strike="noStrike" noProof="1"/>
              <a:t>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C2EFBAC-0888-467B-AA29-6749EEB73999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en-US" altLang="en-US" dirty="0"/>
              <a:t>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C2EFBAC-0888-467B-AA29-6749EEB73999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AutoShape 13" descr="Kết quả hình ảnh cho ước lượng"/>
          <p:cNvSpPr>
            <a:spLocks noChangeAspect="1"/>
          </p:cNvSpPr>
          <p:nvPr/>
        </p:nvSpPr>
        <p:spPr>
          <a:xfrm>
            <a:off x="1679575" y="-144462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>
              <a:buFontTx/>
            </a:pPr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5122" name="AutoShape 15" descr="Kết quả hình ảnh cho ước lượng"/>
          <p:cNvSpPr>
            <a:spLocks noChangeAspect="1"/>
          </p:cNvSpPr>
          <p:nvPr/>
        </p:nvSpPr>
        <p:spPr>
          <a:xfrm>
            <a:off x="1679575" y="-144462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>
              <a:buFontTx/>
            </a:pPr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5123" name="AutoShape 17" descr="Kết quả hình ảnh cho ước lượng"/>
          <p:cNvSpPr>
            <a:spLocks noChangeAspect="1"/>
          </p:cNvSpPr>
          <p:nvPr/>
        </p:nvSpPr>
        <p:spPr>
          <a:xfrm>
            <a:off x="1679575" y="-144462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>
              <a:buFontTx/>
            </a:pPr>
            <a:endParaRPr lang="en-US" altLang="en-US" dirty="0">
              <a:latin typeface="Arial" panose="020B0604020202020204" pitchFamily="34" charset="0"/>
            </a:endParaRPr>
          </a:p>
        </p:txBody>
      </p:sp>
      <p:pic>
        <p:nvPicPr>
          <p:cNvPr id="5124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19800"/>
            <a:ext cx="12192000" cy="838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125" name="Text 3"/>
          <p:cNvSpPr/>
          <p:nvPr/>
        </p:nvSpPr>
        <p:spPr>
          <a:xfrm>
            <a:off x="2071688" y="4191000"/>
            <a:ext cx="2925762" cy="91440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/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rgbClr val="0A2E5C"/>
                </a:solidFill>
                <a:latin typeface="Arial" panose="020B0604020202020204" pitchFamily="34" charset="0"/>
              </a:rPr>
              <a:t>Giảng viên hướng dẫn:
</a:t>
            </a:r>
            <a:r>
              <a:rPr lang="vi-VN" altLang="en-US" sz="1600" dirty="0">
                <a:solidFill>
                  <a:srgbClr val="1E293B"/>
                </a:solidFill>
                <a:latin typeface="Arial" panose="020B0604020202020204" pitchFamily="34" charset="0"/>
              </a:rPr>
              <a:t>ThS. Phan Thị Phương Nam</a:t>
            </a:r>
          </a:p>
        </p:txBody>
      </p:sp>
      <p:pic>
        <p:nvPicPr>
          <p:cNvPr id="5127" name="Picture 2" descr="TVU-RGB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85725"/>
            <a:ext cx="1441450" cy="14414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128" name="Text Box 3"/>
          <p:cNvSpPr txBox="1"/>
          <p:nvPr/>
        </p:nvSpPr>
        <p:spPr>
          <a:xfrm>
            <a:off x="1958975" y="228600"/>
            <a:ext cx="8274050" cy="1198563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ctr"/>
            <a:r>
              <a:rPr lang="vi-VN" altLang="en-US" sz="2400" b="1" dirty="0">
                <a:solidFill>
                  <a:srgbClr val="0A2E5C"/>
                </a:solidFill>
                <a:latin typeface="Arial" panose="020B0604020202020204" pitchFamily="34" charset="0"/>
                <a:ea typeface="Arial" panose="020B0604020202020204" pitchFamily="34" charset="-122"/>
              </a:rPr>
              <a:t>ĐẠI HỌC TRÀ VINH</a:t>
            </a:r>
          </a:p>
          <a:p>
            <a:pPr algn="ctr"/>
            <a:r>
              <a:rPr lang="vi-VN" altLang="en-US" sz="2400" b="1" dirty="0">
                <a:solidFill>
                  <a:srgbClr val="0A2E5C"/>
                </a:solidFill>
                <a:latin typeface="Arial" panose="020B0604020202020204" pitchFamily="34" charset="0"/>
                <a:ea typeface="Arial" panose="020B0604020202020204" pitchFamily="34" charset="-122"/>
              </a:rPr>
              <a:t>TRƯỜNG KỸ THUẬT VÀ CÔNG NGHỆ</a:t>
            </a:r>
            <a:endParaRPr lang="en-US" altLang="en-US" sz="2400" b="1" dirty="0">
              <a:solidFill>
                <a:srgbClr val="0A2E5C"/>
              </a:solidFill>
              <a:latin typeface="Arial" panose="020B0604020202020204" pitchFamily="34" charset="0"/>
              <a:ea typeface="Arial" panose="020B0604020202020204" pitchFamily="34" charset="-122"/>
            </a:endParaRPr>
          </a:p>
          <a:p>
            <a:pPr algn="ctr"/>
            <a:endParaRPr lang="vi-VN" altLang="en-US" sz="2400" b="1" dirty="0">
              <a:solidFill>
                <a:srgbClr val="0A2E5C"/>
              </a:solidFill>
              <a:latin typeface="Arial" panose="020B0604020202020204" pitchFamily="34" charset="0"/>
              <a:ea typeface="Arial" panose="020B0604020202020204" pitchFamily="34" charset="-122"/>
            </a:endParaRPr>
          </a:p>
        </p:txBody>
      </p:sp>
      <p:sp>
        <p:nvSpPr>
          <p:cNvPr id="5129" name="Text Box 4"/>
          <p:cNvSpPr txBox="1"/>
          <p:nvPr/>
        </p:nvSpPr>
        <p:spPr>
          <a:xfrm>
            <a:off x="7388225" y="4191000"/>
            <a:ext cx="3030538" cy="15684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rgbClr val="0A2E5C"/>
                </a:solidFill>
                <a:latin typeface="Arial" panose="020B0604020202020204" pitchFamily="34" charset="0"/>
              </a:rPr>
              <a:t>Sinh viên thực hiện:
</a:t>
            </a:r>
            <a:r>
              <a:rPr lang="vi-VN" altLang="en-US" sz="1600" b="1" dirty="0">
                <a:solidFill>
                  <a:srgbClr val="0A2E5C"/>
                </a:solidFill>
                <a:latin typeface="Arial" panose="020B0604020202020204" pitchFamily="34" charset="0"/>
              </a:rPr>
              <a:t>Họ tên: </a:t>
            </a:r>
            <a:r>
              <a:rPr lang="vi-VN" altLang="en-US" sz="1600" dirty="0">
                <a:solidFill>
                  <a:srgbClr val="1E293B"/>
                </a:solidFill>
                <a:latin typeface="Arial" panose="020B0604020202020204" pitchFamily="34" charset="0"/>
              </a:rPr>
              <a:t>Nguyễn </a:t>
            </a:r>
            <a:r>
              <a:rPr lang="vi-VN" altLang="en-US" sz="1600" dirty="0">
                <a:solidFill>
                  <a:srgbClr val="1E293B"/>
                </a:solidFill>
              </a:rPr>
              <a:t>Phúc Vinh</a:t>
            </a:r>
            <a:endParaRPr lang="vi-VN" altLang="en-US" sz="1600" b="1" dirty="0">
              <a:solidFill>
                <a:srgbClr val="0A2E5C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vi-VN" altLang="en-US" sz="1600" b="1" dirty="0">
                <a:solidFill>
                  <a:srgbClr val="0A2E5C"/>
                </a:solidFill>
                <a:latin typeface="Arial" panose="020B0604020202020204" pitchFamily="34" charset="0"/>
              </a:rPr>
              <a:t>Mssv: </a:t>
            </a:r>
            <a:r>
              <a:rPr lang="vi-VN" altLang="en-US" sz="1600" dirty="0">
                <a:solidFill>
                  <a:srgbClr val="1E293B"/>
                </a:solidFill>
                <a:latin typeface="Arial" panose="020B0604020202020204" pitchFamily="34" charset="0"/>
              </a:rPr>
              <a:t>110122205</a:t>
            </a:r>
            <a:endParaRPr lang="vi-VN" altLang="en-US" sz="1600" b="1" dirty="0">
              <a:solidFill>
                <a:srgbClr val="0A2E5C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vi-VN" altLang="en-US" sz="1600" b="1" dirty="0">
                <a:solidFill>
                  <a:srgbClr val="0A2E5C"/>
                </a:solidFill>
                <a:latin typeface="Arial" panose="020B0604020202020204" pitchFamily="34" charset="0"/>
              </a:rPr>
              <a:t>Lớp: </a:t>
            </a:r>
            <a:r>
              <a:rPr lang="vi-VN" altLang="en-US" sz="1600" dirty="0">
                <a:solidFill>
                  <a:srgbClr val="1E293B"/>
                </a:solidFill>
                <a:latin typeface="Arial" panose="020B0604020202020204" pitchFamily="34" charset="0"/>
              </a:rPr>
              <a:t>DA22TTC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&quot;/&gt;&lt;property id=&quot;20307&quot; value=&quot;256&quot;/&gt;&lt;/object&gt;&lt;object type=&quot;3&quot; unique_id=&quot;10549&quot;&gt;&lt;property id=&quot;20148&quot; value=&quot;5&quot;/&gt;&lt;property id=&quot;20300&quot; value=&quot;Slide 2 - &amp;quot;Kỹ thuật ước lượng và đánh giá&amp;#x0D;&amp;#x0A;Ước lượng khoa học&amp;quot;&quot;/&gt;&lt;property id=&quot;20307&quot; value=&quot;257&quot;/&gt;&lt;/object&gt;&lt;object type=&quot;3&quot; unique_id=&quot;10551&quot;&gt;&lt;property id=&quot;20148&quot; value=&quot;5&quot;/&gt;&lt;property id=&quot;20300&quot; value=&quot;Slide 3 - &amp;quot;Các kỹ thuật làm ước lượng&amp;quot;&quot;/&gt;&lt;property id=&quot;20307&quot; value=&quot;259&quot;/&gt;&lt;/object&gt;&lt;object type=&quot;3&quot; unique_id=&quot;10552&quot;&gt;&lt;property id=&quot;20148&quot; value=&quot;5&quot;/&gt;&lt;property id=&quot;20300&quot; value=&quot;Slide 4 - &amp;quot;Các kỹ thuật làm ước lượng&amp;quot;&quot;/&gt;&lt;property id=&quot;20307&quot; value=&quot;260&quot;/&gt;&lt;/object&gt;&lt;object type=&quot;3&quot; unique_id=&quot;10553&quot;&gt;&lt;property id=&quot;20148&quot; value=&quot;5&quot;/&gt;&lt;property id=&quot;20300&quot; value=&quot;Slide 5 - &amp;quot;Các kỹ thuật làm ước lượng&amp;quot;&quot;/&gt;&lt;property id=&quot;20307&quot; value=&quot;261&quot;/&gt;&lt;/object&gt;&lt;object type=&quot;3&quot; unique_id=&quot;10554&quot;&gt;&lt;property id=&quot;20148&quot; value=&quot;5&quot;/&gt;&lt;property id=&quot;20300&quot; value=&quot;Slide 6 - &amp;quot;Các kỹ thuật làm ước lượng&amp;quot;&quot;/&gt;&lt;property id=&quot;20307&quot; value=&quot;262&quot;/&gt;&lt;/object&gt;&lt;object type=&quot;3&quot; unique_id=&quot;10555&quot;&gt;&lt;property id=&quot;20148&quot; value=&quot;5&quot;/&gt;&lt;property id=&quot;20300&quot; value=&quot;Slide 7 - &amp;quot;Các kỹ thuật làm ước lượng&amp;quot;&quot;/&gt;&lt;property id=&quot;20307&quot; value=&quot;263&quot;/&gt;&lt;/object&gt;&lt;object type=&quot;3&quot; unique_id=&quot;10556&quot;&gt;&lt;property id=&quot;20148&quot; value=&quot;5&quot;/&gt;&lt;property id=&quot;20300&quot; value=&quot;Slide 8 - &amp;quot;Các kỹ thuật làm ước lượng&amp;quot;&quot;/&gt;&lt;property id=&quot;20307&quot; value=&quot;264&quot;/&gt;&lt;/object&gt;&lt;object type=&quot;3&quot; unique_id=&quot;10557&quot;&gt;&lt;property id=&quot;20148&quot; value=&quot;5&quot;/&gt;&lt;property id=&quot;20300&quot; value=&quot;Slide 9 - &amp;quot;Các kỹ thuật làm ước lượng&amp;quot;&quot;/&gt;&lt;property id=&quot;20307&quot; value=&quot;265&quot;/&gt;&lt;/object&gt;&lt;object type=&quot;3&quot; unique_id=&quot;10558&quot;&gt;&lt;property id=&quot;20148&quot; value=&quot;5&quot;/&gt;&lt;property id=&quot;20300&quot; value=&quot;Slide 10 - &amp;quot;Các kỹ thuật làm ước lượng&amp;quot;&quot;/&gt;&lt;property id=&quot;20307&quot; value=&quot;266&quot;/&gt;&lt;/object&gt;&lt;object type=&quot;3&quot; unique_id=&quot;10559&quot;&gt;&lt;property id=&quot;20148&quot; value=&quot;5&quot;/&gt;&lt;property id=&quot;20300&quot; value=&quot;Slide 11 - &amp;quot;Các kỹ thuật làm ước lượng&amp;quot;&quot;/&gt;&lt;property id=&quot;20307&quot; value=&quot;267&quot;/&gt;&lt;/object&gt;&lt;object type=&quot;3&quot; unique_id=&quot;10560&quot;&gt;&lt;property id=&quot;20148&quot; value=&quot;5&quot;/&gt;&lt;property id=&quot;20300&quot; value=&quot;Slide 12 - &amp;quot;Các bước khi làm ước lượng&amp;quot;&quot;/&gt;&lt;property id=&quot;20307&quot; value=&quot;268&quot;/&gt;&lt;/object&gt;&lt;object type=&quot;3&quot; unique_id=&quot;10561&quot;&gt;&lt;property id=&quot;20148&quot; value=&quot;5&quot;/&gt;&lt;property id=&quot;20300&quot; value=&quot;Slide 13 - &amp;quot;Các bước khi làm ước lượng&amp;quot;&quot;/&gt;&lt;property id=&quot;20307&quot; value=&quot;269&quot;/&gt;&lt;/object&gt;&lt;object type=&quot;3&quot; unique_id=&quot;10563&quot;&gt;&lt;property id=&quot;20148&quot; value=&quot;5&quot;/&gt;&lt;property id=&quot;20300&quot; value=&quot;Slide 14 - &amp;quot;Các bước khi làm ước lượng&amp;quot;&quot;/&gt;&lt;property id=&quot;20307&quot; value=&quot;271&quot;/&gt;&lt;/object&gt;&lt;object type=&quot;3&quot; unique_id=&quot;10565&quot;&gt;&lt;property id=&quot;20148&quot; value=&quot;5&quot;/&gt;&lt;property id=&quot;20300&quot; value=&quot;Slide 15 - &amp;quot;Một số hướng dẫn trợ giúp ước lượng thời gian cho dự án CNTT&amp;quot;&quot;/&gt;&lt;property id=&quot;20307&quot; value=&quot;273&quot;/&gt;&lt;/object&gt;&lt;object type=&quot;3&quot; unique_id=&quot;10566&quot;&gt;&lt;property id=&quot;20148&quot; value=&quot;5&quot;/&gt;&lt;property id=&quot;20300&quot; value=&quot;Slide 16 - &amp;quot;Một số hướng dẫn trợ giúp ước lượng thời gian cho dự án CNTT&amp;quot;&quot;/&gt;&lt;property id=&quot;20307&quot; value=&quot;274&quot;/&gt;&lt;/object&gt;&lt;object type=&quot;3&quot; unique_id=&quot;10567&quot;&gt;&lt;property id=&quot;20148&quot; value=&quot;5&quot;/&gt;&lt;property id=&quot;20300&quot; value=&quot;Slide 17 - &amp;quot;Một số hướng dẫn trợ giúp ước lượng thời gian cho dự án CNTT&amp;quot;&quot;/&gt;&lt;property id=&quot;20307&quot; value=&quot;275&quot;/&gt;&lt;/object&gt;&lt;object type=&quot;3&quot; unique_id=&quot;10568&quot;&gt;&lt;property id=&quot;20148&quot; value=&quot;5&quot;/&gt;&lt;property id=&quot;20300&quot; value=&quot;Slide 18 - &amp;quot;Một số hướng dẫn trợ giúp ước lượng thời gian cho dự án CNTT&amp;quot;&quot;/&gt;&lt;property id=&quot;20307&quot; value=&quot;276&quot;/&gt;&lt;/object&gt;&lt;object type=&quot;3&quot; unique_id=&quot;10591&quot;&gt;&lt;property id=&quot;20148&quot; value=&quot;5&quot;/&gt;&lt;property id=&quot;20300&quot; value=&quot;Slide 19 - &amp;quot;Ước lượng phi khoa học&amp;quot;&quot;/&gt;&lt;property id=&quot;20307&quot; value=&quot;277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</Words>
  <Application>Microsoft Office PowerPoint</Application>
  <PresentationFormat>Màn hình rộng</PresentationFormat>
  <Paragraphs>6</Paragraphs>
  <Slides>2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3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Bản trình bày PowerPoint</vt:lpstr>
      <vt:lpstr>Bản trình bày PowerPoint</vt:lpstr>
    </vt:vector>
  </TitlesOfParts>
  <Company>Tel : 0918085180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Nguyen Phuc Vinh</cp:lastModifiedBy>
  <cp:revision>95</cp:revision>
  <dcterms:created xsi:type="dcterms:W3CDTF">2011-07-26T06:52:00Z</dcterms:created>
  <dcterms:modified xsi:type="dcterms:W3CDTF">2026-06-29T09:57:17Z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74740FD6615142358B908397C5763A30_12</vt:lpwstr>
  </property>
  <property fmtid="{D5CDD505-2E9C-101B-9397-08002B2CF9AE}" pid="3" name="KSOProductBuildVer">
    <vt:lpwstr>1033-12.1.0.26880</vt:lpwstr>
  </property>
</Properties>
</file>